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DC0FF"/>
                </a:solidFill>
                <a:latin typeface="Segoe UI"/>
              </a:rPr>
              <a:t>RETRIEVAL-AUGMENTED GENERATION ·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Tax Filing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7D6EF"/>
                </a:solidFill>
                <a:latin typeface="Segoe UI"/>
              </a:rPr>
              <a:t>Architecture, Evaluation, and the Debugging Journey Behind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CC2"/>
                </a:solidFill>
                <a:latin typeface="Segoe UI"/>
              </a:rPr>
              <a:t>Built on IRS Publication 15-T · Hybrid retrieval + LLM generation, measured at every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Project goal &amp; requirements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System architecture (end to end)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Ingestion pipeline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Retrieval pipeline — how it evolved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Generation &amp; citations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Evaluation framework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Key decisions, chronologically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Results — context expansion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Results — PDF loader comparison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Results — final end-to-end metrics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Debugging deep-dive: the duplicate-chunk bug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Debugging deep-dive: golden dataset quality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Production hardening</a:t>
            </a:r>
          </a:p>
          <a:p>
            <a:pPr marL="0" indent="0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Lessons learned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Goal &amp;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0242C"/>
                </a:solidFill>
                <a:latin typeface="Segoe UI"/>
              </a:rPr>
              <a:t>Build a RAG assistant that answers tax-filing questions grounded strictly in IRS source documents — not the model's general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109728" cy="82296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3"/>
                </a:solidFill>
                <a:latin typeface="Segoe UI"/>
              </a:rPr>
              <a:t>Grounded, not hallucinated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Every answer must be traceable to a retrieved excerpt; say “I don't know” rather than guess.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109728" cy="82296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3"/>
                </a:solidFill>
                <a:latin typeface="Segoe UI"/>
              </a:rPr>
              <a:t>Measurable at every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No change ships without a before/after number — classical IR metrics + LLM-judged (RAGAS) scores.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109728" cy="8229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3"/>
                </a:solidFill>
                <a:latin typeface="Segoe UI"/>
              </a:rPr>
              <a:t>Fast enough to be interactive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0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Sub-2-second live answers once the index is warm; startup cost is acceptable, per-question cost is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86400"/>
            <a:ext cx="109728" cy="82296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3"/>
                </a:solidFill>
                <a:latin typeface="Segoe UI"/>
              </a:rPr>
              <a:t>Debuggable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When a metric looks wrong, trace it to an actual retrieved chunk / actual generated answer — never guess at root cause.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End-to-End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874519" cy="868680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PDF Loader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pypdf / pymupdf4llm / pdfplumber / unstructured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04871" y="216712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19" y="1874519"/>
            <a:ext cx="1874519" cy="868680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Cleaners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Header · Footer · Whitespace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90870" y="216712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18" y="1874519"/>
            <a:ext cx="1874519" cy="868680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Chunker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Recursive (700/120) or Semantic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76869" y="216712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17" y="1874519"/>
            <a:ext cx="1874519" cy="868680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Embedder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BAAI/bge-small-en-v1.5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62868" y="216712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16" y="1874519"/>
            <a:ext cx="1874519" cy="868680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Vector Store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ChromaDB (cosine)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5447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B33"/>
                </a:solidFill>
                <a:latin typeface="Segoe UI"/>
              </a:rPr>
              <a:t>1 ·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08959"/>
            <a:ext cx="1874519" cy="86868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Hybrid Fusion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BM25 + Vector (RRF)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404871" y="340156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19" y="3108959"/>
            <a:ext cx="1874519" cy="86868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Cross-Encoder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Rerank top candidates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90870" y="340156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18" y="3108959"/>
            <a:ext cx="1874519" cy="86868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Context Expand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Merge ±1 neighbor chunk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76869" y="340156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7" y="3108959"/>
            <a:ext cx="1874519" cy="86868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Top-K Chunks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Ranked, deduped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8891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B33"/>
                </a:solidFill>
                <a:latin typeface="Segoe UI"/>
              </a:rPr>
              <a:t>2 · RETRIEVAL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43399"/>
            <a:ext cx="1874519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Prompt Build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Numbered, sourced excerpts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404871" y="463600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8919" y="4343399"/>
            <a:ext cx="1874519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GPT-4o-mini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Grounded, concise answer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90870" y="463600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18" y="4343399"/>
            <a:ext cx="1874519" cy="8686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Citations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[n] links to source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023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B33"/>
                </a:solidFill>
                <a:latin typeface="Segoe UI"/>
              </a:rPr>
              <a:t>3 ·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77839"/>
            <a:ext cx="1874519" cy="8686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Golden Dataset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30 curated Q&amp;A pairs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04871" y="587044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88919" y="5577839"/>
            <a:ext cx="1874519" cy="8686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Classical Metrics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Recall@K · MRR · NDCG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690870" y="5870447"/>
            <a:ext cx="411480" cy="292608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18" y="5577839"/>
            <a:ext cx="1874519" cy="8686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RAGAS Judges</a:t>
            </a:r>
          </a:p>
          <a:p>
            <a:pPr algn="ctr"/>
            <a:r>
              <a:rPr sz="1050">
                <a:solidFill>
                  <a:srgbClr val="E4ECFF"/>
                </a:solidFill>
                <a:latin typeface="Segoe UI"/>
              </a:rPr>
              <a:t>Retrieval + generation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257799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B33"/>
                </a:solidFill>
                <a:latin typeface="Segoe UI"/>
              </a:rPr>
              <a:t>4 · EVALUATION (every change)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Ingestion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50" b="1">
                <a:solidFill>
                  <a:srgbClr val="20242C"/>
                </a:solidFill>
                <a:latin typeface="Segoe UI"/>
              </a:rPr>
              <a:t>▸ PDF Loader — pluggable via a registry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Default: pypdf (fast, plain text-stream extraction)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Alternates evaluated: pymupdf4llm, pdfplumber, unstructured (fast strategy), Docling (tried, dropped)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50" b="1">
                <a:solidFill>
                  <a:srgbClr val="20242C"/>
                </a:solidFill>
                <a:latin typeface="Segoe UI"/>
              </a:rPr>
              <a:t>▸ Cleaners — strip PDF artifacts before chunking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HeaderCleaner, FooterCleaner, WhitespaceCleaner (regex-based, page-scoped)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50" b="1">
                <a:solidFill>
                  <a:srgbClr val="20242C"/>
                </a:solidFill>
                <a:latin typeface="Segoe UI"/>
              </a:rPr>
              <a:t>▸ Chunker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RecursiveChunker: 700 chars / 120 overlap (default) — or SemanticChunker (embedding-similarity boundaries)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chunk_id = sha256(source + chunker + content) — content-addressed, so re-ingestion is idempotent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50" b="1">
                <a:solidFill>
                  <a:srgbClr val="20242C"/>
                </a:solidFill>
                <a:latin typeface="Segoe UI"/>
              </a:rPr>
              <a:t>▸ Embedder &amp; Store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500" b="0">
                <a:solidFill>
                  <a:srgbClr val="5B6470"/>
                </a:solidFill>
                <a:latin typeface="Segoe UI"/>
              </a:rPr>
              <a:t>– BAAI/bge-small-en-v1.5 (local, CPU) → ChromaDB (cosine distance), FAISS as an alternate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Retrieval Pipeline — How It Evolved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2920" cy="65836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02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Vector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1226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0"/>
                </a:solidFill>
                <a:latin typeface="Segoe UI"/>
              </a:rPr>
              <a:t>Embedding 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29384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0242C"/>
                </a:solidFill>
                <a:latin typeface="Segoe UI"/>
              </a:rPr>
              <a:t>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9464"/>
            <a:ext cx="502920" cy="65836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4"/>
            <a:ext cx="502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6946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+ BM25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986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0"/>
                </a:solidFill>
                <a:latin typeface="Segoe UI"/>
              </a:rPr>
              <a:t>Lexical keyword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15768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0242C"/>
                </a:solidFill>
                <a:latin typeface="Segoe UI"/>
              </a:rPr>
              <a:t>Catches exact-term matches embeddings miss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55848"/>
            <a:ext cx="502920" cy="65836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55848"/>
            <a:ext cx="502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558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+ RRF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85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0"/>
                </a:solidFill>
                <a:latin typeface="Segoe UI"/>
              </a:rPr>
              <a:t>Combine BM25 + vector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502152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0242C"/>
                </a:solidFill>
                <a:latin typeface="Segoe UI"/>
              </a:rPr>
              <a:t>Reciprocal Rank Fusion, k=60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42232"/>
            <a:ext cx="502920" cy="65836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42232"/>
            <a:ext cx="502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422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+ Cross-Encoder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7141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0"/>
                </a:solidFill>
                <a:latin typeface="Segoe UI"/>
              </a:rPr>
              <a:t>Rerank top candidates jointly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288536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0242C"/>
                </a:solidFill>
                <a:latin typeface="Segoe UI"/>
              </a:rPr>
              <a:t>MiniLM-L-12 — biggest precision jump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28616"/>
            <a:ext cx="502920" cy="65836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502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2861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+ Context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578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470"/>
                </a:solidFill>
                <a:latin typeface="Segoe UI"/>
              </a:rPr>
              <a:t>Merge ±1 neighbor chunk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074920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0242C"/>
                </a:solidFill>
                <a:latin typeface="Segoe UI"/>
              </a:rPr>
              <a:t>Fixes chunk-boundary information loss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9320"/>
            <a:ext cx="1115568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789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FB0"/>
                </a:solidFill>
                <a:latin typeface="Segoe UI"/>
              </a:rPr>
              <a:t>Final production config: hybrid_reranked_expanded — every stage kept because it measurably improved metrics.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Retrieval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429000" cy="50292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429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Segoe UI"/>
              </a:rPr>
              <a:t>Reciprocal Rank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score(doc) = Σ 1/(k + rank)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summed across BM25 and vector rankings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k = 60 (dampens rank-1 dominance)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a document either list ranks highly still surfaces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28800"/>
            <a:ext cx="3429000" cy="5029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3429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Segoe UI"/>
              </a:rPr>
              <a:t>Cross-Encoder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1460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scores (query, chunk) jointly — not two separate vectors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much better at fine distinctions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e.g. “Form W-4 Step 3” vs “Form W-4P Step 2”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ms-marco-MiniLM-L-12-v2, fetch_k=15 → top_k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80" y="1828800"/>
            <a:ext cx="3429000" cy="5029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1828800"/>
            <a:ext cx="3429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Segoe UI"/>
              </a:rPr>
              <a:t>Context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51460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merges ±1 neighboring chunk by document position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not by similarity — positional lookup only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fixes answers that straddle a 700-char chunk boundary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20242C"/>
                </a:solidFill>
                <a:latin typeface="Segoe UI"/>
              </a:rPr>
              <a:t>▸ measured recall/NDCG gain across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Generation &amp;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0242C"/>
                </a:solidFill>
                <a:latin typeface="Segoe UI"/>
              </a:rPr>
              <a:t>▸ Model: OpenAI GPT-4o-mini, temperature = 0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System prompt is strict: answer ONLY from provided excerpts; say so explicitly if the context doesn't contain the answer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Concise by design: 1-2 sentences, only the specific fact(s) asked — tuned after diagnosing an AnswerCorrectness regression from over-long answers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0242C"/>
                </a:solidFill>
                <a:latin typeface="Segoe UI"/>
              </a:rPr>
              <a:t>▸ Inline citations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Each context excerpt is numbered [1], [2]... and tagged with its source label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The model is instructed to cite the bracket number after each claim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The UI turns [n] into a live link to the matching source card</a:t>
            </a:r>
          </a:p>
          <a:p>
            <a:pPr marL="292608" indent="0">
              <a:lnSpc>
                <a:spcPct val="108000"/>
              </a:lnSpc>
              <a:spcAft>
                <a:spcPts val="1300"/>
              </a:spcAft>
            </a:pPr>
            <a:r>
              <a:rPr sz="1450" b="0">
                <a:solidFill>
                  <a:srgbClr val="5B6470"/>
                </a:solidFill>
                <a:latin typeface="Segoe UI"/>
              </a:rPr>
              <a:t>– Citation instruction is opt-in per call (sources=...) — ON for live /ask, OFF for the evaluation harness, so golden-dataset generation scores stay comparable across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Evaluation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0242C"/>
                </a:solidFill>
                <a:latin typeface="Segoe UI"/>
              </a:rPr>
              <a:t>30 hand-curated golden-dataset questions, each with retrieval ground truth AND generation ground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5349240" cy="45720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5349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Classical IR Metrics  (free, deterministic)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5349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Recall@1 / @3 / @5 / @10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MRR (Mean Reciprocal Rank)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NDCG@10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Scored by exact/fuzzy substring match of evidence text against retrieved chunk content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Fast, free, reproducible — but blind to paraphrase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77440"/>
            <a:ext cx="534924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349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RAGAS  (LLM-judged)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5349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Context Precision / Context Recall (retrieval)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Faithfulness — is the answer grounded in retrieved context?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Answer Relevancy — does it address the question?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Answer Correctness — does it match the expected answer?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400" b="0">
                <a:solidFill>
                  <a:srgbClr val="20242C"/>
                </a:solidFill>
                <a:latin typeface="Segoe UI"/>
              </a:rPr>
              <a:t>▸ Catches semantic relevance classical metrics miss — costs real judge-LLM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DECISION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Key Decisions, Chronologically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146304" cy="566928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Vector-only retrieval → added BM25 → fused via RRF.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33472"/>
            <a:ext cx="146304" cy="5669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78608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Tried cross-encoder rerank (L-6, then L-12) — measurable precision jump, kept.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146304" cy="56692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Query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28416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Tried LLM-paraphrase query expansion — regressed precision (drifted from literal phrasing). Dropped.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33088"/>
            <a:ext cx="146304" cy="56692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78224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Adopted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078224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Hybrid + L-12 rerank + score threshold: precision 0.907, recall 1.000 vs. baseline embedding+L-6 (0.854/0.922). Made the permanent default.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82896"/>
            <a:ext cx="146304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Data-quality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28032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Fixed PDF text-extraction artifacts in evidence matching; found 12/30 golden questions had paraphrased/wrong evidence text — corrected all 12.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32704"/>
            <a:ext cx="146304" cy="566928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Accepted 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577840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gd_027: reranker occasionally ranks a near-duplicate wrong-form passage above the right one. Logged, not chased — 1/30 questions, recall@10 still 1.0.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DECISION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Key Decisions, Chronologically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146304" cy="56692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Context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Added ±1 chunk merge by document position — improved recall/MRR/NDCG and RAGAS retrieval scores across the board. Kept.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33472"/>
            <a:ext cx="146304" cy="5669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Live /ask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78608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Built a warm-started Q&amp;A endpoint with inline [n] citations linked to source cards.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146304" cy="566928"/>
          </a:xfrm>
          <a:prstGeom prst="rect">
            <a:avLst/>
          </a:prstGeom>
          <a:solidFill>
            <a:srgbClr val="1E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Loader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28416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Compared pypdf, Docling, pymupdf4llm, pdfplumber, unstructured on the same corpus/questions.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33088"/>
            <a:ext cx="146304" cy="56692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78224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Docling 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078224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CPU-only conversion took minutes-to-unbounded (one page stalled 90+ min under load) — not workable. Removed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82896"/>
            <a:ext cx="146304" cy="56692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pypdf kept as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28032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Best classical retrieval, fastest ingest. pymupdf4llm scored better on RAGAS-judged generation but 3-6x slower — not worth the tradeoff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32704"/>
            <a:ext cx="146304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B33"/>
                </a:solidFill>
                <a:latin typeface="Segoe UI"/>
              </a:rPr>
              <a:t>Bug found &amp; 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577840"/>
            <a:ext cx="8412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0242C"/>
                </a:solidFill>
                <a:latin typeface="Segoe UI"/>
              </a:rPr>
              <a:t>Traced a wrong generation answer to a real duplicate-chunk bug (see next section) — fixed at the root and hardened against recurrence.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Context Expansion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59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Recall@1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5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0.7  →  0.7667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199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+0.067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874519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59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Recall@3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5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0.7667  →  0.8667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43199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874519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965959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Recall@5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5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0.8  →  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43199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874519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65959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Recall@10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285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0.9  →  0.9333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743199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+0.033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37560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MRR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0.7401  →  0.81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+0.070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337560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4290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NDCG@10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49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0.7875  →  0.8449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2062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+0.057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337560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4290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RAGAS Ctx 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49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0.9261  →  0.9672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2062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+0.041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337560"/>
            <a:ext cx="251460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4290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470"/>
                </a:solidFill>
                <a:latin typeface="Segoe UI"/>
              </a:rPr>
              <a:t>RAGAS Ctx 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749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B33"/>
                </a:solidFill>
                <a:latin typeface="Segoe UI"/>
              </a:rPr>
              <a:t>0.8722  →  0.9722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2062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3E"/>
                </a:solidFill>
                <a:latin typeface="Segoe UI"/>
              </a:rPr>
              <a:t>+0.100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92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5B6470"/>
                </a:solidFill>
                <a:latin typeface="Segoe UI"/>
              </a:rPr>
              <a:t>hybrid_reranked  vs.  hybrid_reranked_expanded, averaged over 30 questions. Every metric improved — merging ±1 neighboring chunk by document position recovers answers that a fixed 700-character chunk boundary had split apart.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PDF Loader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15567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2197330"/>
                <a:gridCol w="1690254"/>
                <a:gridCol w="1690254"/>
                <a:gridCol w="37185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Loader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Ingest (71 pg)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Recall@1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NDCG@10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Verdict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pypdf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61–72s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0.77–0.80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0.85–0.87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Fastest, best retrieval — DEFAULT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pymupdf4llm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215–394s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0.67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0.74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Best RAGAS-judged generation, slow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pdfplumber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68s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0.53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Weakest retrieval on this corpus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unstructured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92s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0.73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0.79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Balanced, mid-pack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Docling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minutes–unbounded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≈ tied w/ pypdf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≈ tied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DROPPED — one page stalled 90+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470"/>
                </a:solidFill>
                <a:latin typeface="Segoe UI"/>
              </a:rPr>
              <a:t>All measured on the full 71-page IRS Publication 15-T, same chunker/store/retriever config, same 30 golden-dataset questions. pypdf remains the production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Final End-to-End Metrics — pypdf (post-fixes)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383280" cy="502920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Classical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Recall@1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07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Recall@10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36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0.869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NDCG@10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504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0.874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828800"/>
            <a:ext cx="3383280" cy="5029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8288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RAGAS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5146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Context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807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0.920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4290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Context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721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1.000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383280" cy="5029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8288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RAGAS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Faithfulness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07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0.874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4290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Answer Relevancy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721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0.949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3434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0"/>
                </a:solidFill>
                <a:latin typeface="Segoe UI"/>
              </a:rPr>
              <a:t>Answer Correctness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636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B33"/>
                </a:solidFill>
                <a:latin typeface="Segoe UI"/>
              </a:rPr>
              <a:t>0.736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43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470"/>
                </a:solidFill>
                <a:latin typeface="Segoe UI"/>
              </a:rPr>
              <a:t>Retrieval is essentially solved for this corpus (perfect recall@10, perfect context recall). Answer Correctness is the one metric still trailing — diagnosed on the next slides.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B0B0"/>
                </a:solidFill>
                <a:latin typeface="Segoe UI"/>
              </a:rPr>
              <a:t>DEBUGGING DEEP-DIVE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The Duplicate-Chunk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6EF"/>
                </a:solidFill>
                <a:latin typeface="Segoe UI"/>
              </a:rPr>
              <a:t>How a wrong generation answer led to a real, silent data-integrity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9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C9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DEBUGGING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Symptom → Root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417320" cy="38404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55648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0242C"/>
                </a:solidFill>
                <a:latin typeface="Segoe UI"/>
              </a:rPr>
              <a:t>Q: “What are the five steps on Form W-4?” — model refused: “The context does not provide the specific details...” despite the text existing in the corpus.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87752"/>
            <a:ext cx="1417320" cy="3840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8775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0242C"/>
                </a:solidFill>
                <a:latin typeface="Segoe UI"/>
              </a:rPr>
              <a:t>Retrieval was checked directly: the correct chunk WAS retrieved (rank 3). So the failure was in what the generator actually saw — not in ranking.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92424"/>
            <a:ext cx="1417320" cy="384048"/>
          </a:xfrm>
          <a:prstGeom prst="rect">
            <a:avLst/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92424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6499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0242C"/>
                </a:solidFill>
                <a:latin typeface="Segoe UI"/>
              </a:rPr>
              <a:t>Every retrieved result appeared twice, back-to-back, at identical scores. The vector store held 868 chunks for a corpus that should hold 434.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97096"/>
            <a:ext cx="1417320" cy="38404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97096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9664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0242C"/>
                </a:solidFill>
                <a:latin typeface="Segoe UI"/>
              </a:rPr>
              <a:t>chunk_id = sha256(source + chunker + content). Different process runs resolved the PDF path with different drive-letter casing (C:\... vs c:\...) — identical content silently got a different chunk_id and was re-embedded as a “new” chunk every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01768"/>
            <a:ext cx="1417320" cy="384048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017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CONSEQUENCE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974336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0242C"/>
                </a:solidFill>
                <a:latin typeface="Segoe UI"/>
              </a:rPr>
              <a:t>Doubled context padded the prompt with a near-duplicate Form W-4P chunk ranked above the real Form W-4 chunk — the model, correctly avoiding conflating W-4 with W-4P, refused.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DEBUGGING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Fix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20242C"/>
                </a:solidFill>
                <a:latin typeface="Segoe UI"/>
              </a:rPr>
              <a:t>▸ The fix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BaseDocumentLoader.normalize_source() lower-cases the path before it's hashed — Windows paths are case-insensitive, so this is safe and makes chunk_id stable regardless of invocation casing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Applied to all four PDF loaders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Wiped and rebuilt the pypdf collection: 868 → 434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20242C"/>
                </a:solidFill>
                <a:latin typeface="Segoe UI"/>
              </a:rPr>
              <a:t>▸ Verified live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Re-ran the exact failing query — no more duplicate ranks in the results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Model now answers correctly: “The five steps on Form W-4 are: Step 1..., Step 5...”</a:t>
            </a:r>
          </a:p>
          <a:p>
            <a:pPr marL="292608" indent="0">
              <a:lnSpc>
                <a:spcPct val="108000"/>
              </a:lnSpc>
              <a:spcAft>
                <a:spcPts val="1400"/>
              </a:spcAft>
            </a:pPr>
            <a:r>
              <a:rPr sz="1350" b="0">
                <a:solidFill>
                  <a:srgbClr val="5B6470"/>
                </a:solidFill>
                <a:latin typeface="Segoe UI"/>
              </a:rPr>
              <a:t>– Re-ran full RAGAS eval: every metric improved (recall@10 0.933→1.000, faithfulness 0.820→0.874, answer_correctness 0.679→0.736)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69280"/>
            <a:ext cx="11155680" cy="6217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789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B33"/>
                </a:solidFill>
                <a:latin typeface="Segoe UI"/>
              </a:rPr>
              <a:t>Also hardened structurally: the vector store now wipes and rebuilds on every app restart (fresh=True) — this entire bug class can no longer silently accumulate.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DEBUGGING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Golden Dataset Quality — Answer Correctness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0242C"/>
                </a:solidFill>
                <a:latin typeface="Segoe UI"/>
              </a:rPr>
              <a:t>Symptom: answer_correctness stuck ~0.68 despite high faithfulness (0.82) and relevancy (0.91).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377440"/>
          <a:ext cx="111556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90"/>
                <a:gridCol w="4462272"/>
                <a:gridCol w="3569817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Cause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Fix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Genuine retrieval miss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gd_005 — fixed by the duplicate-chunk fix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Resolved (see previous slides)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Reference answer didn't address its own question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gd_004, gd_011 — golden reference talked past the question asked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Rewrote expected_answer, grounded in verified source text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Correct answer, different emphasis than reference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Structural pattern — statement-overlap scoring penalizes valid rephrasing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Left alone — tuning prompts to mimic reference phrasing would optimize the metric, not real quality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DEBUGGING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Golden Dataset Fix — Measured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DEBUGGING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Golden Dataset Fix — Measured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0240"/>
          <a:ext cx="111556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651"/>
                <a:gridCol w="1487424"/>
                <a:gridCol w="1487424"/>
                <a:gridCol w="6247180"/>
              </a:tblGrid>
              <a:tr h="45720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Question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Before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After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changed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gd_004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0.178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0.816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Rewrote expected_answer to combine allowance-elimination + Step 1/5 fields, grounded in the same source page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gd_011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0.216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0.527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Rewrote expected_answer with the real distinguishing facts (any-wage-amount vs. &lt;$100k limit)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gd_005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0.164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0.649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Fixed indirectly by the duplicate-chunk bug fix (model now actually answers)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Dataset average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0.679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0.736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E4FB0"/>
                          </a:solidFill>
                          <a:latin typeface="Segoe UI"/>
                        </a:defRPr>
                      </a:pPr>
                      <a:r>
                        <a:t>+0.057 — combined effect of both fixes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463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470"/>
                </a:solidFill>
                <a:latin typeface="Segoe UI"/>
              </a:rPr>
              <a:t>NaN scores also disappeared entirely (2/30 → 0/30) after the dedup fix — likely a RAGAS-side consequence of clean, non-duplicated context rather than a metric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Production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0242C"/>
                </a:solidFill>
                <a:latin typeface="Segoe UI"/>
              </a:rPr>
              <a:t>▸ Live /ask endpoint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Warm-started at app boot (not on first request) — index built once, then cached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Sub-2-second answers once warm; inline [n] citations linked to source cards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0242C"/>
                </a:solidFill>
                <a:latin typeface="Segoe UI"/>
              </a:rPr>
              <a:t>▸ Vector store self-healing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New BaseVectorStore.clear() implemented across ChromaDB, FAISS, and the in-memory test store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build_index(fresh=True) wipes the collection before every re-ingest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Wired into app startup: every restart rebuilds from exactly zero — duplicates can no longer accumulate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Comparison UI unaffected — still reuses cached embeddings across many experiment runs (fresh=False there)</a:t>
            </a:r>
          </a:p>
          <a:p>
            <a:pPr marL="0" indent="0"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0242C"/>
                </a:solidFill>
                <a:latin typeface="Segoe UI"/>
              </a:rPr>
              <a:t>▸ Test coverage added</a:t>
            </a:r>
          </a:p>
          <a:p>
            <a:pPr marL="292608" indent="0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B6470"/>
                </a:solidFill>
                <a:latin typeface="Segoe UI"/>
              </a:rPr>
              <a:t>– tests/test_vector_store_clear.py — clear() on all three store implementations, safe on empty/never-used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09728" cy="9144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B33"/>
                </a:solidFill>
                <a:latin typeface="Segoe UI"/>
              </a:rPr>
              <a:t>A low score is a symptom, not a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470"/>
                </a:solidFill>
                <a:latin typeface="Segoe UI"/>
              </a:rPr>
              <a:t>The same answer_correctness metric was dragged down by three unrelated root causes — a retrieval bug, bad ground truth, and an inherent metric-design ceiling. Per-question tracing was what separated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109728" cy="9144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B33"/>
                </a:solidFill>
                <a:latin typeface="Segoe UI"/>
              </a:rPr>
              <a:t>Infra bugs can masquerade as model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470"/>
                </a:solidFill>
                <a:latin typeface="Segoe UI"/>
              </a:rPr>
              <a:t>Path-casing instability looked exactly like a retrieval-quality issue until the actual retrieved chunks were inspected directly.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109728" cy="9144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B33"/>
                </a:solidFill>
                <a:latin typeface="Segoe UI"/>
              </a:rPr>
              <a:t>Two independent evaluation layers catch different things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470"/>
                </a:solidFill>
                <a:latin typeface="Segoe UI"/>
              </a:rPr>
              <a:t>Classical metrics are paraphrase-blind; LLM judges are noisy and costly. Running both caught issues neither would have caught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20640"/>
            <a:ext cx="109728" cy="9144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F1B33"/>
                </a:solidFill>
                <a:latin typeface="Segoe UI"/>
              </a:rPr>
              <a:t>Measure before keeping a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470"/>
                </a:solidFill>
                <a:latin typeface="Segoe UI"/>
              </a:rPr>
              <a:t>Every pipeline change in this project — reranking, query expansion, context expansion, each loader — was kept or dropped based on a measured before/after, not intuition.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Known Limitations (Accepted, Not Chased)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272"/>
                <a:gridCol w="2231136"/>
                <a:gridCol w="4462272"/>
              </a:tblGrid>
              <a:tr h="45720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Limitation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not fixed</a:t>
                      </a:r>
                    </a:p>
                  </a:txBody>
                  <a:tcPr anchor="ctr" marT="50800" marB="50800">
                    <a:solidFill>
                      <a:srgbClr val="0F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Reranker can't always distinguish near-duplicate forms (W-4 vs W-4P)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1/30 questions (gd_027)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Recall@10 still 1.0 — retuning risks overfitting to a single question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RAGAS occasionally returns NaN on a valid answer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Rare, transient (0/30 in latest run)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Judge/parsing hiccup, not reproducible on demand</a:t>
                      </a:r>
                    </a:p>
                  </a:txBody>
                  <a:tcPr anchor="ctr" marT="38100" marB="381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Answer Correctness has a structural ceiling ~0.73–0.85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All questions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0242C"/>
                          </a:solidFill>
                          <a:latin typeface="Segoe UI"/>
                        </a:defRPr>
                      </a:pPr>
                      <a:r>
                        <a:t>Statement-overlap scoring penalizes valid rephrasing vs. a terse reference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Broaden the golden dataset — more documents, more questions, reduce single-question sensitivity</a:t>
            </a:r>
          </a:p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Revisit cross-encoder calibration for near-duplicate-form disambiguation (the gd_027 pattern)</a:t>
            </a:r>
          </a:p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CSV/Excel ingestion — config already has the hooks (CSV_DIR/EXCEL_DIR), no loader implemented yet</a:t>
            </a:r>
          </a:p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CI pipeline to run the test suite automatically on every change</a:t>
            </a:r>
          </a:p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Surface structured source metadata further into the UI (page ranges, section titles)</a:t>
            </a:r>
          </a:p>
          <a:p>
            <a:pPr marL="0" indent="0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0242C"/>
                </a:solidFill>
                <a:latin typeface="Segoe UI"/>
              </a:rPr>
              <a:t>▸ Re-run the full loader × chunker × retriever grid now that the dedup bug is fixed, to confirm no other config was silently affected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4FB0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B33"/>
                </a:solidFill>
                <a:latin typeface="Segoe U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005840" cy="381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LangChain, LangChain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1343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BAAI/bge-small-en-v1.5 (sentence-transformers)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9806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980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cross-encoder/ms-marco-MiniLM-L-12-v2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8269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Vector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826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ChromaDB (default), FAISS (alternate)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Lexical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6732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rank_bm25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PDF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5196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pypdf (default), pymupdf4llm, pdfplumber, unstructured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3659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Generation &amp; Judge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3659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OpenAI GPT-4o-mini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2122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22122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ragas (RAGAS)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0585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B33"/>
                </a:solidFill>
                <a:latin typeface="Segoe UI"/>
              </a:rPr>
              <a:t>App /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70585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0242C"/>
                </a:solidFill>
                <a:latin typeface="Segoe UI"/>
              </a:rPr>
              <a:t>FastAPI, Jinja2, Uvicorn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Tax Filing Assistant — RAG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7D6E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8A9CC2"/>
                </a:solidFill>
                <a:latin typeface="Segoe UI"/>
              </a:rPr>
              <a:t>Full evaluation history: evaluation/RETRIEVAL_EVALUATION_JOURNAL.md</a:t>
            </a: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8A9CC2"/>
                </a:solidFill>
                <a:latin typeface="Segoe UI"/>
              </a:rPr>
              <a:t>Raw metric CSVs: evaluation/results/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